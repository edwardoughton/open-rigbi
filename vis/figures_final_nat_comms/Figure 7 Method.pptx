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7C0C20-CE4C-FB15-659F-8D205324FBBE}" v="466" dt="2025-02-21T09:48:59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1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Russell" userId="S::mert2014@ox.ac.uk::4b1064f2-bf33-4aaa-bf8f-f5954c99aa26" providerId="AD" clId="Web-{407C0C20-CE4C-FB15-659F-8D205324FBBE}"/>
    <pc:docChg chg="modSld">
      <pc:chgData name="Tom Russell" userId="S::mert2014@ox.ac.uk::4b1064f2-bf33-4aaa-bf8f-f5954c99aa26" providerId="AD" clId="Web-{407C0C20-CE4C-FB15-659F-8D205324FBBE}" dt="2025-02-21T09:48:59.132" v="444"/>
      <pc:docMkLst>
        <pc:docMk/>
      </pc:docMkLst>
      <pc:sldChg chg="addSp delSp modSp">
        <pc:chgData name="Tom Russell" userId="S::mert2014@ox.ac.uk::4b1064f2-bf33-4aaa-bf8f-f5954c99aa26" providerId="AD" clId="Web-{407C0C20-CE4C-FB15-659F-8D205324FBBE}" dt="2025-02-21T09:48:59.132" v="444"/>
        <pc:sldMkLst>
          <pc:docMk/>
          <pc:sldMk cId="947841909" sldId="266"/>
        </pc:sldMkLst>
        <pc:spChg chg="add mod">
          <ac:chgData name="Tom Russell" userId="S::mert2014@ox.ac.uk::4b1064f2-bf33-4aaa-bf8f-f5954c99aa26" providerId="AD" clId="Web-{407C0C20-CE4C-FB15-659F-8D205324FBBE}" dt="2025-02-21T09:43:58.313" v="409" actId="20577"/>
          <ac:spMkLst>
            <pc:docMk/>
            <pc:sldMk cId="947841909" sldId="266"/>
            <ac:spMk id="3" creationId="{B9DC221D-48F5-8955-ABAC-A2FE17B70995}"/>
          </ac:spMkLst>
        </pc:spChg>
        <pc:spChg chg="add mod topLvl">
          <ac:chgData name="Tom Russell" userId="S::mert2014@ox.ac.uk::4b1064f2-bf33-4aaa-bf8f-f5954c99aa26" providerId="AD" clId="Web-{407C0C20-CE4C-FB15-659F-8D205324FBBE}" dt="2025-02-21T09:43:48.703" v="406" actId="20577"/>
          <ac:spMkLst>
            <pc:docMk/>
            <pc:sldMk cId="947841909" sldId="266"/>
            <ac:spMk id="5" creationId="{C785EAEA-DF2F-E91C-4D6E-43AF0F544F7E}"/>
          </ac:spMkLst>
        </pc:spChg>
        <pc:spChg chg="add del mod">
          <ac:chgData name="Tom Russell" userId="S::mert2014@ox.ac.uk::4b1064f2-bf33-4aaa-bf8f-f5954c99aa26" providerId="AD" clId="Web-{407C0C20-CE4C-FB15-659F-8D205324FBBE}" dt="2025-02-21T09:22:19.889" v="124"/>
          <ac:spMkLst>
            <pc:docMk/>
            <pc:sldMk cId="947841909" sldId="266"/>
            <ac:spMk id="6" creationId="{2B0590F0-1C94-20FD-662C-52AC2A65477F}"/>
          </ac:spMkLst>
        </pc:spChg>
        <pc:spChg chg="mod">
          <ac:chgData name="Tom Russell" userId="S::mert2014@ox.ac.uk::4b1064f2-bf33-4aaa-bf8f-f5954c99aa26" providerId="AD" clId="Web-{407C0C20-CE4C-FB15-659F-8D205324FBBE}" dt="2025-02-21T09:46:40.903" v="431" actId="20577"/>
          <ac:spMkLst>
            <pc:docMk/>
            <pc:sldMk cId="947841909" sldId="266"/>
            <ac:spMk id="10" creationId="{3D888254-E538-42E9-8828-D4B9BD2EFBFC}"/>
          </ac:spMkLst>
        </pc:spChg>
        <pc:spChg chg="add del mod">
          <ac:chgData name="Tom Russell" userId="S::mert2014@ox.ac.uk::4b1064f2-bf33-4aaa-bf8f-f5954c99aa26" providerId="AD" clId="Web-{407C0C20-CE4C-FB15-659F-8D205324FBBE}" dt="2025-02-21T09:22:59.299" v="143"/>
          <ac:spMkLst>
            <pc:docMk/>
            <pc:sldMk cId="947841909" sldId="266"/>
            <ac:spMk id="12" creationId="{2017073C-3FE7-BB10-5923-0CB5949F5DF7}"/>
          </ac:spMkLst>
        </pc:spChg>
        <pc:spChg chg="add del mod">
          <ac:chgData name="Tom Russell" userId="S::mert2014@ox.ac.uk::4b1064f2-bf33-4aaa-bf8f-f5954c99aa26" providerId="AD" clId="Web-{407C0C20-CE4C-FB15-659F-8D205324FBBE}" dt="2025-02-21T09:22:23.343" v="126"/>
          <ac:spMkLst>
            <pc:docMk/>
            <pc:sldMk cId="947841909" sldId="266"/>
            <ac:spMk id="13" creationId="{ED7E3A2B-C04E-53E9-6B96-B23AA5A5F3A6}"/>
          </ac:spMkLst>
        </pc:spChg>
        <pc:spChg chg="add del mod topLvl">
          <ac:chgData name="Tom Russell" userId="S::mert2014@ox.ac.uk::4b1064f2-bf33-4aaa-bf8f-f5954c99aa26" providerId="AD" clId="Web-{407C0C20-CE4C-FB15-659F-8D205324FBBE}" dt="2025-02-21T09:23:01.158" v="144"/>
          <ac:spMkLst>
            <pc:docMk/>
            <pc:sldMk cId="947841909" sldId="266"/>
            <ac:spMk id="14" creationId="{C1DD7D97-A363-50A9-2F64-9139D887F609}"/>
          </ac:spMkLst>
        </pc:spChg>
        <pc:spChg chg="add del mod">
          <ac:chgData name="Tom Russell" userId="S::mert2014@ox.ac.uk::4b1064f2-bf33-4aaa-bf8f-f5954c99aa26" providerId="AD" clId="Web-{407C0C20-CE4C-FB15-659F-8D205324FBBE}" dt="2025-02-21T09:22:41.594" v="131"/>
          <ac:spMkLst>
            <pc:docMk/>
            <pc:sldMk cId="947841909" sldId="266"/>
            <ac:spMk id="15" creationId="{EBB68018-6AC6-59D0-56D1-964C45AF32EB}"/>
          </ac:spMkLst>
        </pc:spChg>
        <pc:spChg chg="del">
          <ac:chgData name="Tom Russell" userId="S::mert2014@ox.ac.uk::4b1064f2-bf33-4aaa-bf8f-f5954c99aa26" providerId="AD" clId="Web-{407C0C20-CE4C-FB15-659F-8D205324FBBE}" dt="2025-02-21T09:24:38.368" v="194"/>
          <ac:spMkLst>
            <pc:docMk/>
            <pc:sldMk cId="947841909" sldId="266"/>
            <ac:spMk id="23" creationId="{15C69EFE-9338-2D26-7B03-B912472FC0CD}"/>
          </ac:spMkLst>
        </pc:spChg>
        <pc:spChg chg="mod">
          <ac:chgData name="Tom Russell" userId="S::mert2014@ox.ac.uk::4b1064f2-bf33-4aaa-bf8f-f5954c99aa26" providerId="AD" clId="Web-{407C0C20-CE4C-FB15-659F-8D205324FBBE}" dt="2025-02-21T09:46:11.651" v="426" actId="1076"/>
          <ac:spMkLst>
            <pc:docMk/>
            <pc:sldMk cId="947841909" sldId="266"/>
            <ac:spMk id="24" creationId="{9920C070-D946-637F-B243-4C90860D2146}"/>
          </ac:spMkLst>
        </pc:spChg>
        <pc:spChg chg="del mod">
          <ac:chgData name="Tom Russell" userId="S::mert2014@ox.ac.uk::4b1064f2-bf33-4aaa-bf8f-f5954c99aa26" providerId="AD" clId="Web-{407C0C20-CE4C-FB15-659F-8D205324FBBE}" dt="2025-02-21T09:26:01.124" v="232"/>
          <ac:spMkLst>
            <pc:docMk/>
            <pc:sldMk cId="947841909" sldId="266"/>
            <ac:spMk id="26" creationId="{6E71DA19-F914-7CA3-5DCC-AA2C5EC5AC05}"/>
          </ac:spMkLst>
        </pc:spChg>
        <pc:spChg chg="mod">
          <ac:chgData name="Tom Russell" userId="S::mert2014@ox.ac.uk::4b1064f2-bf33-4aaa-bf8f-f5954c99aa26" providerId="AD" clId="Web-{407C0C20-CE4C-FB15-659F-8D205324FBBE}" dt="2025-02-21T09:46:35.747" v="428" actId="20577"/>
          <ac:spMkLst>
            <pc:docMk/>
            <pc:sldMk cId="947841909" sldId="266"/>
            <ac:spMk id="27" creationId="{E423D112-05DC-4B2C-89C5-114C3E772BB9}"/>
          </ac:spMkLst>
        </pc:spChg>
        <pc:spChg chg="mod">
          <ac:chgData name="Tom Russell" userId="S::mert2014@ox.ac.uk::4b1064f2-bf33-4aaa-bf8f-f5954c99aa26" providerId="AD" clId="Web-{407C0C20-CE4C-FB15-659F-8D205324FBBE}" dt="2025-02-21T09:46:49.779" v="434" actId="20577"/>
          <ac:spMkLst>
            <pc:docMk/>
            <pc:sldMk cId="947841909" sldId="266"/>
            <ac:spMk id="28" creationId="{36D9F1AF-826C-4F2F-938D-C5ECFA3B8162}"/>
          </ac:spMkLst>
        </pc:spChg>
        <pc:spChg chg="del mod">
          <ac:chgData name="Tom Russell" userId="S::mert2014@ox.ac.uk::4b1064f2-bf33-4aaa-bf8f-f5954c99aa26" providerId="AD" clId="Web-{407C0C20-CE4C-FB15-659F-8D205324FBBE}" dt="2025-02-21T09:26:01.124" v="231"/>
          <ac:spMkLst>
            <pc:docMk/>
            <pc:sldMk cId="947841909" sldId="266"/>
            <ac:spMk id="29" creationId="{D22E7A69-CCD5-4179-FBF8-6E2EC4E4C951}"/>
          </ac:spMkLst>
        </pc:spChg>
        <pc:spChg chg="del mod">
          <ac:chgData name="Tom Russell" userId="S::mert2014@ox.ac.uk::4b1064f2-bf33-4aaa-bf8f-f5954c99aa26" providerId="AD" clId="Web-{407C0C20-CE4C-FB15-659F-8D205324FBBE}" dt="2025-02-21T09:26:01.124" v="230"/>
          <ac:spMkLst>
            <pc:docMk/>
            <pc:sldMk cId="947841909" sldId="266"/>
            <ac:spMk id="30" creationId="{4D4E3A81-0325-14CD-F2C2-B34E093B9A97}"/>
          </ac:spMkLst>
        </pc:spChg>
        <pc:spChg chg="mod ord">
          <ac:chgData name="Tom Russell" userId="S::mert2014@ox.ac.uk::4b1064f2-bf33-4aaa-bf8f-f5954c99aa26" providerId="AD" clId="Web-{407C0C20-CE4C-FB15-659F-8D205324FBBE}" dt="2025-02-21T09:45:36.711" v="423"/>
          <ac:spMkLst>
            <pc:docMk/>
            <pc:sldMk cId="947841909" sldId="266"/>
            <ac:spMk id="32" creationId="{1F54BAED-59F8-443F-BD7D-A3438B923AD0}"/>
          </ac:spMkLst>
        </pc:spChg>
        <pc:spChg chg="del mod">
          <ac:chgData name="Tom Russell" userId="S::mert2014@ox.ac.uk::4b1064f2-bf33-4aaa-bf8f-f5954c99aa26" providerId="AD" clId="Web-{407C0C20-CE4C-FB15-659F-8D205324FBBE}" dt="2025-02-21T09:26:01.124" v="229"/>
          <ac:spMkLst>
            <pc:docMk/>
            <pc:sldMk cId="947841909" sldId="266"/>
            <ac:spMk id="33" creationId="{3176C7B3-1BA7-95B4-98C2-6BD547E1BCB1}"/>
          </ac:spMkLst>
        </pc:spChg>
        <pc:spChg chg="mod">
          <ac:chgData name="Tom Russell" userId="S::mert2014@ox.ac.uk::4b1064f2-bf33-4aaa-bf8f-f5954c99aa26" providerId="AD" clId="Web-{407C0C20-CE4C-FB15-659F-8D205324FBBE}" dt="2025-02-21T09:44:48.317" v="414" actId="1076"/>
          <ac:spMkLst>
            <pc:docMk/>
            <pc:sldMk cId="947841909" sldId="266"/>
            <ac:spMk id="39" creationId="{FD5AC0ED-8348-4EB9-9E7B-85B3984E1436}"/>
          </ac:spMkLst>
        </pc:spChg>
        <pc:spChg chg="mod ord">
          <ac:chgData name="Tom Russell" userId="S::mert2014@ox.ac.uk::4b1064f2-bf33-4aaa-bf8f-f5954c99aa26" providerId="AD" clId="Web-{407C0C20-CE4C-FB15-659F-8D205324FBBE}" dt="2025-02-21T09:46:07.666" v="425" actId="1076"/>
          <ac:spMkLst>
            <pc:docMk/>
            <pc:sldMk cId="947841909" sldId="266"/>
            <ac:spMk id="40" creationId="{41B2E330-75F7-4F5D-BEDC-C51F1D55A41B}"/>
          </ac:spMkLst>
        </pc:spChg>
        <pc:spChg chg="del mod">
          <ac:chgData name="Tom Russell" userId="S::mert2014@ox.ac.uk::4b1064f2-bf33-4aaa-bf8f-f5954c99aa26" providerId="AD" clId="Web-{407C0C20-CE4C-FB15-659F-8D205324FBBE}" dt="2025-02-21T09:23:12.675" v="149"/>
          <ac:spMkLst>
            <pc:docMk/>
            <pc:sldMk cId="947841909" sldId="266"/>
            <ac:spMk id="49" creationId="{75D28A5B-2674-4202-8E4D-D24D25EFD830}"/>
          </ac:spMkLst>
        </pc:spChg>
        <pc:spChg chg="del mod">
          <ac:chgData name="Tom Russell" userId="S::mert2014@ox.ac.uk::4b1064f2-bf33-4aaa-bf8f-f5954c99aa26" providerId="AD" clId="Web-{407C0C20-CE4C-FB15-659F-8D205324FBBE}" dt="2025-02-21T09:23:12.675" v="148"/>
          <ac:spMkLst>
            <pc:docMk/>
            <pc:sldMk cId="947841909" sldId="266"/>
            <ac:spMk id="50" creationId="{E43F39EC-8850-47E3-92F0-90E12E4F9544}"/>
          </ac:spMkLst>
        </pc:spChg>
        <pc:spChg chg="del mod">
          <ac:chgData name="Tom Russell" userId="S::mert2014@ox.ac.uk::4b1064f2-bf33-4aaa-bf8f-f5954c99aa26" providerId="AD" clId="Web-{407C0C20-CE4C-FB15-659F-8D205324FBBE}" dt="2025-02-21T09:23:12.675" v="147"/>
          <ac:spMkLst>
            <pc:docMk/>
            <pc:sldMk cId="947841909" sldId="266"/>
            <ac:spMk id="51" creationId="{386C5610-760F-4C6B-83C9-D60A4988ADED}"/>
          </ac:spMkLst>
        </pc:spChg>
        <pc:spChg chg="del mod">
          <ac:chgData name="Tom Russell" userId="S::mert2014@ox.ac.uk::4b1064f2-bf33-4aaa-bf8f-f5954c99aa26" providerId="AD" clId="Web-{407C0C20-CE4C-FB15-659F-8D205324FBBE}" dt="2025-02-21T09:23:47.630" v="166"/>
          <ac:spMkLst>
            <pc:docMk/>
            <pc:sldMk cId="947841909" sldId="266"/>
            <ac:spMk id="52" creationId="{18DE2C71-C7B4-4835-B83D-E1A42749C1EC}"/>
          </ac:spMkLst>
        </pc:spChg>
        <pc:spChg chg="del mod">
          <ac:chgData name="Tom Russell" userId="S::mert2014@ox.ac.uk::4b1064f2-bf33-4aaa-bf8f-f5954c99aa26" providerId="AD" clId="Web-{407C0C20-CE4C-FB15-659F-8D205324FBBE}" dt="2025-02-21T09:23:12.675" v="146"/>
          <ac:spMkLst>
            <pc:docMk/>
            <pc:sldMk cId="947841909" sldId="266"/>
            <ac:spMk id="55" creationId="{9DFC3853-8E1D-4125-8EC2-FA2E8DCB1349}"/>
          </ac:spMkLst>
        </pc:spChg>
        <pc:grpChg chg="add del mod">
          <ac:chgData name="Tom Russell" userId="S::mert2014@ox.ac.uk::4b1064f2-bf33-4aaa-bf8f-f5954c99aa26" providerId="AD" clId="Web-{407C0C20-CE4C-FB15-659F-8D205324FBBE}" dt="2025-02-21T09:23:01.158" v="144"/>
          <ac:grpSpMkLst>
            <pc:docMk/>
            <pc:sldMk cId="947841909" sldId="266"/>
            <ac:grpSpMk id="16" creationId="{744E9FF9-8774-04CB-D606-B89C8DC0EF54}"/>
          </ac:grpSpMkLst>
        </pc:grpChg>
        <pc:cxnChg chg="add mod">
          <ac:chgData name="Tom Russell" userId="S::mert2014@ox.ac.uk::4b1064f2-bf33-4aaa-bf8f-f5954c99aa26" providerId="AD" clId="Web-{407C0C20-CE4C-FB15-659F-8D205324FBBE}" dt="2025-02-21T09:42:57.731" v="395" actId="14100"/>
          <ac:cxnSpMkLst>
            <pc:docMk/>
            <pc:sldMk cId="947841909" sldId="266"/>
            <ac:cxnSpMk id="17" creationId="{23632D7C-E64B-FF1C-7039-E7BDF064AA5C}"/>
          </ac:cxnSpMkLst>
        </pc:cxnChg>
        <pc:cxnChg chg="add mod">
          <ac:chgData name="Tom Russell" userId="S::mert2014@ox.ac.uk::4b1064f2-bf33-4aaa-bf8f-f5954c99aa26" providerId="AD" clId="Web-{407C0C20-CE4C-FB15-659F-8D205324FBBE}" dt="2025-02-21T09:43:07.747" v="397" actId="1076"/>
          <ac:cxnSpMkLst>
            <pc:docMk/>
            <pc:sldMk cId="947841909" sldId="266"/>
            <ac:cxnSpMk id="19" creationId="{89D41E84-20CE-77D4-8B76-8C493C895E81}"/>
          </ac:cxnSpMkLst>
        </pc:cxnChg>
        <pc:cxnChg chg="add del mod">
          <ac:chgData name="Tom Russell" userId="S::mert2014@ox.ac.uk::4b1064f2-bf33-4aaa-bf8f-f5954c99aa26" providerId="AD" clId="Web-{407C0C20-CE4C-FB15-659F-8D205324FBBE}" dt="2025-02-21T09:48:59.132" v="444"/>
          <ac:cxnSpMkLst>
            <pc:docMk/>
            <pc:sldMk cId="947841909" sldId="266"/>
            <ac:cxnSpMk id="20" creationId="{764AA73F-603D-D5FC-932E-C1C1B55B6312}"/>
          </ac:cxnSpMkLst>
        </pc:cxnChg>
        <pc:cxnChg chg="add del mod">
          <ac:chgData name="Tom Russell" userId="S::mert2014@ox.ac.uk::4b1064f2-bf33-4aaa-bf8f-f5954c99aa26" providerId="AD" clId="Web-{407C0C20-CE4C-FB15-659F-8D205324FBBE}" dt="2025-02-21T09:48:09.129" v="438"/>
          <ac:cxnSpMkLst>
            <pc:docMk/>
            <pc:sldMk cId="947841909" sldId="266"/>
            <ac:cxnSpMk id="21" creationId="{CA4D63DA-4B7B-AC83-F9F5-F1DDA2997D8E}"/>
          </ac:cxnSpMkLst>
        </pc:cxnChg>
        <pc:cxnChg chg="del mod ord">
          <ac:chgData name="Tom Russell" userId="S::mert2014@ox.ac.uk::4b1064f2-bf33-4aaa-bf8f-f5954c99aa26" providerId="AD" clId="Web-{407C0C20-CE4C-FB15-659F-8D205324FBBE}" dt="2025-02-21T09:48:56.898" v="442"/>
          <ac:cxnSpMkLst>
            <pc:docMk/>
            <pc:sldMk cId="947841909" sldId="266"/>
            <ac:cxnSpMk id="22" creationId="{8110F188-328E-45E7-9129-E80E939427C8}"/>
          </ac:cxnSpMkLst>
        </pc:cxnChg>
        <pc:cxnChg chg="del mod">
          <ac:chgData name="Tom Russell" userId="S::mert2014@ox.ac.uk::4b1064f2-bf33-4aaa-bf8f-f5954c99aa26" providerId="AD" clId="Web-{407C0C20-CE4C-FB15-659F-8D205324FBBE}" dt="2025-02-21T09:48:58.226" v="443"/>
          <ac:cxnSpMkLst>
            <pc:docMk/>
            <pc:sldMk cId="947841909" sldId="266"/>
            <ac:cxnSpMk id="35" creationId="{B522D385-036A-4ED8-A100-780D8E3AD745}"/>
          </ac:cxnSpMkLst>
        </pc:cxnChg>
        <pc:cxnChg chg="del mod">
          <ac:chgData name="Tom Russell" userId="S::mert2014@ox.ac.uk::4b1064f2-bf33-4aaa-bf8f-f5954c99aa26" providerId="AD" clId="Web-{407C0C20-CE4C-FB15-659F-8D205324FBBE}" dt="2025-02-21T09:16:08.018" v="8"/>
          <ac:cxnSpMkLst>
            <pc:docMk/>
            <pc:sldMk cId="947841909" sldId="266"/>
            <ac:cxnSpMk id="38" creationId="{8B66E68D-F6BA-45C6-AE7F-C84279DF7CF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5404-E7E7-4CB8-A557-EFC8380186C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9F7-0192-4E87-B8BE-C39EC0F7F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8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5404-E7E7-4CB8-A557-EFC8380186C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9F7-0192-4E87-B8BE-C39EC0F7F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2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5404-E7E7-4CB8-A557-EFC8380186C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9F7-0192-4E87-B8BE-C39EC0F7F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63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5404-E7E7-4CB8-A557-EFC8380186C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9F7-0192-4E87-B8BE-C39EC0F7F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76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5404-E7E7-4CB8-A557-EFC8380186C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9F7-0192-4E87-B8BE-C39EC0F7F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50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5404-E7E7-4CB8-A557-EFC8380186C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9F7-0192-4E87-B8BE-C39EC0F7F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9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5404-E7E7-4CB8-A557-EFC8380186C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9F7-0192-4E87-B8BE-C39EC0F7F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2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5404-E7E7-4CB8-A557-EFC8380186C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9F7-0192-4E87-B8BE-C39EC0F7F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4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5404-E7E7-4CB8-A557-EFC8380186C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9F7-0192-4E87-B8BE-C39EC0F7F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93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5404-E7E7-4CB8-A557-EFC8380186C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9F7-0192-4E87-B8BE-C39EC0F7F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25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5404-E7E7-4CB8-A557-EFC8380186C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9F7-0192-4E87-B8BE-C39EC0F7F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1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D5404-E7E7-4CB8-A557-EFC8380186C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EC9F7-0192-4E87-B8BE-C39EC0F7F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1F54BAED-59F8-443F-BD7D-A3438B923AD0}"/>
              </a:ext>
            </a:extLst>
          </p:cNvPr>
          <p:cNvSpPr txBox="1"/>
          <p:nvPr/>
        </p:nvSpPr>
        <p:spPr>
          <a:xfrm>
            <a:off x="1152145" y="706677"/>
            <a:ext cx="7861226" cy="311551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B78572-FE90-4A46-8DC8-576456819995}"/>
              </a:ext>
            </a:extLst>
          </p:cNvPr>
          <p:cNvSpPr txBox="1"/>
          <p:nvPr/>
        </p:nvSpPr>
        <p:spPr>
          <a:xfrm>
            <a:off x="10275" y="67372"/>
            <a:ext cx="9003096" cy="41079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Hazard Vulnerability Assessment for Mobile Infrastructure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888254-E538-42E9-8828-D4B9BD2EFBFC}"/>
              </a:ext>
            </a:extLst>
          </p:cNvPr>
          <p:cNvSpPr txBox="1"/>
          <p:nvPr/>
        </p:nvSpPr>
        <p:spPr>
          <a:xfrm>
            <a:off x="4343235" y="813360"/>
            <a:ext cx="1198619" cy="133423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600" dirty="0">
                <a:latin typeface="Times New Roman"/>
                <a:cs typeface="Times New Roman"/>
              </a:rPr>
              <a:t>Climate Scenarios</a:t>
            </a:r>
          </a:p>
          <a:p>
            <a:pPr algn="ctr"/>
            <a:r>
              <a:rPr lang="en-US" sz="1100" dirty="0">
                <a:latin typeface="Times New Roman"/>
                <a:cs typeface="Times New Roman"/>
              </a:rPr>
              <a:t> Historical, </a:t>
            </a:r>
            <a:endParaRPr lang="en-US" sz="3200" dirty="0">
              <a:latin typeface="Times New Roman"/>
              <a:cs typeface="Times New Roman"/>
            </a:endParaRPr>
          </a:p>
          <a:p>
            <a:pPr algn="ctr"/>
            <a:r>
              <a:rPr lang="en-US" sz="1100" dirty="0">
                <a:latin typeface="Times New Roman"/>
                <a:cs typeface="Times New Roman"/>
              </a:rPr>
              <a:t>RCP4.5, RCP8.5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4C3100-BBB5-41CD-BC67-6C5603187BFD}"/>
              </a:ext>
            </a:extLst>
          </p:cNvPr>
          <p:cNvSpPr txBox="1"/>
          <p:nvPr/>
        </p:nvSpPr>
        <p:spPr>
          <a:xfrm>
            <a:off x="1807653" y="6151321"/>
            <a:ext cx="3003666" cy="57550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Quantity of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Cells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D97CFD-CEC9-40E2-80FE-29321D3F049C}"/>
              </a:ext>
            </a:extLst>
          </p:cNvPr>
          <p:cNvSpPr txBox="1"/>
          <p:nvPr/>
        </p:nvSpPr>
        <p:spPr>
          <a:xfrm>
            <a:off x="6464886" y="5159161"/>
            <a:ext cx="2170097" cy="57615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Tropical Storm Wind-Damage Curves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4A71F5-9419-4661-B1D2-312995F762AA}"/>
              </a:ext>
            </a:extLst>
          </p:cNvPr>
          <p:cNvSpPr txBox="1"/>
          <p:nvPr/>
        </p:nvSpPr>
        <p:spPr>
          <a:xfrm>
            <a:off x="3178003" y="4158561"/>
            <a:ext cx="3804916" cy="63146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Crowdsourced Geospatial Cell Data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B2E330-75F7-4F5D-BEDC-C51F1D55A41B}"/>
              </a:ext>
            </a:extLst>
          </p:cNvPr>
          <p:cNvSpPr txBox="1"/>
          <p:nvPr/>
        </p:nvSpPr>
        <p:spPr>
          <a:xfrm>
            <a:off x="1554969" y="2369598"/>
            <a:ext cx="2310303" cy="134895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Riverine Flooding</a:t>
            </a:r>
          </a:p>
          <a:p>
            <a:pPr algn="ctr"/>
            <a:endParaRPr lang="en-US" sz="1200" dirty="0">
              <a:latin typeface="Times New Roman"/>
              <a:ea typeface="+mn-lt"/>
              <a:cs typeface="Times New Roman"/>
            </a:endParaRPr>
          </a:p>
          <a:p>
            <a:pPr algn="ctr"/>
            <a:r>
              <a:rPr lang="en-US" sz="1200" dirty="0">
                <a:latin typeface="Times New Roman"/>
                <a:ea typeface="+mn-lt"/>
                <a:cs typeface="Times New Roman"/>
              </a:rPr>
              <a:t>Depth (m), 30″ (~1km) grid.</a:t>
            </a:r>
            <a:endParaRPr lang="en-US" sz="1200" dirty="0">
              <a:ea typeface="Calibri"/>
              <a:cs typeface="Calibri"/>
            </a:endParaRPr>
          </a:p>
          <a:p>
            <a:pPr algn="ctr"/>
            <a:endParaRPr lang="en-US" sz="1200" dirty="0"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GB" sz="1200" dirty="0">
                <a:latin typeface="Times New Roman"/>
                <a:cs typeface="Times New Roman"/>
              </a:rPr>
              <a:t>WRI (2020) Aqueduct Floods. GLOFRIS / PCR-GLOBWB.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5AC0ED-8348-4EB9-9E7B-85B3984E1436}"/>
              </a:ext>
            </a:extLst>
          </p:cNvPr>
          <p:cNvSpPr txBox="1"/>
          <p:nvPr/>
        </p:nvSpPr>
        <p:spPr>
          <a:xfrm>
            <a:off x="3920170" y="2369745"/>
            <a:ext cx="2326631" cy="133129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1600" dirty="0">
                <a:latin typeface="Times New Roman"/>
                <a:cs typeface="Times New Roman"/>
              </a:rPr>
              <a:t>Coastal Flooding</a:t>
            </a:r>
          </a:p>
          <a:p>
            <a:pPr algn="ctr"/>
            <a:endParaRPr lang="en-US" sz="1200" dirty="0">
              <a:latin typeface="Times New Roman"/>
              <a:cs typeface="Times New Roman"/>
            </a:endParaRPr>
          </a:p>
          <a:p>
            <a:pPr algn="ctr"/>
            <a:r>
              <a:rPr lang="en-US" sz="1200" dirty="0">
                <a:latin typeface="Times New Roman"/>
                <a:cs typeface="Times New Roman"/>
              </a:rPr>
              <a:t>Depth (m), 30″ (~1km) grid.</a:t>
            </a:r>
            <a:endParaRPr lang="en-US" sz="1200" dirty="0">
              <a:ea typeface="Calibri"/>
              <a:cs typeface="Calibri"/>
            </a:endParaRPr>
          </a:p>
          <a:p>
            <a:pPr algn="ctr"/>
            <a:endParaRPr lang="en-US" sz="1200" dirty="0">
              <a:latin typeface="Times New Roman"/>
              <a:cs typeface="Times New Roman"/>
            </a:endParaRPr>
          </a:p>
          <a:p>
            <a:pPr algn="ctr"/>
            <a:r>
              <a:rPr lang="en-GB" sz="1200" dirty="0">
                <a:latin typeface="Times New Roman"/>
                <a:cs typeface="Times New Roman"/>
              </a:rPr>
              <a:t>WRI (2020) Aqueduct Floods. Coastal surge-driven inundation.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C07A6B-1992-4F54-85C5-C8D51ED4D94C}"/>
              </a:ext>
            </a:extLst>
          </p:cNvPr>
          <p:cNvSpPr txBox="1"/>
          <p:nvPr/>
        </p:nvSpPr>
        <p:spPr>
          <a:xfrm>
            <a:off x="3983364" y="5161931"/>
            <a:ext cx="2194193" cy="5698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of Cells and Hazard Layers</a:t>
            </a:r>
          </a:p>
        </p:txBody>
      </p:sp>
      <p:cxnSp>
        <p:nvCxnSpPr>
          <p:cNvPr id="60" name="Straight Arrow Connector 21">
            <a:extLst>
              <a:ext uri="{FF2B5EF4-FFF2-40B4-BE49-F238E27FC236}">
                <a16:creationId xmlns:a16="http://schemas.microsoft.com/office/drawing/2014/main" id="{8ECC1B64-BA25-425C-BCD9-B065FFD57656}"/>
              </a:ext>
            </a:extLst>
          </p:cNvPr>
          <p:cNvCxnSpPr>
            <a:cxnSpLocks/>
            <a:stCxn id="48" idx="2"/>
            <a:endCxn id="18" idx="0"/>
          </p:cNvCxnSpPr>
          <p:nvPr/>
        </p:nvCxnSpPr>
        <p:spPr>
          <a:xfrm rot="5400000">
            <a:off x="3985202" y="5056061"/>
            <a:ext cx="419545" cy="177097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21">
            <a:extLst>
              <a:ext uri="{FF2B5EF4-FFF2-40B4-BE49-F238E27FC236}">
                <a16:creationId xmlns:a16="http://schemas.microsoft.com/office/drawing/2014/main" id="{988895C3-6591-4650-89FD-BBBC6C7D11CC}"/>
              </a:ext>
            </a:extLst>
          </p:cNvPr>
          <p:cNvCxnSpPr>
            <a:cxnSpLocks/>
            <a:stCxn id="25" idx="1"/>
            <a:endCxn id="48" idx="3"/>
          </p:cNvCxnSpPr>
          <p:nvPr/>
        </p:nvCxnSpPr>
        <p:spPr>
          <a:xfrm flipH="1" flipV="1">
            <a:off x="6177557" y="5446854"/>
            <a:ext cx="287329" cy="383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423D112-05DC-4B2C-89C5-114C3E772BB9}"/>
              </a:ext>
            </a:extLst>
          </p:cNvPr>
          <p:cNvSpPr txBox="1"/>
          <p:nvPr/>
        </p:nvSpPr>
        <p:spPr>
          <a:xfrm>
            <a:off x="3378730" y="802248"/>
            <a:ext cx="909886" cy="13373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600" dirty="0">
                <a:latin typeface="Times New Roman"/>
                <a:cs typeface="Times New Roman"/>
              </a:rPr>
              <a:t>Epochs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dirty="0">
                <a:latin typeface="Times New Roman"/>
                <a:cs typeface="Times New Roman"/>
              </a:rPr>
              <a:t>1980, 2030, </a:t>
            </a:r>
          </a:p>
          <a:p>
            <a:pPr algn="ctr"/>
            <a:r>
              <a:rPr lang="en-US" sz="1100" dirty="0">
                <a:latin typeface="Times New Roman"/>
                <a:cs typeface="Times New Roman"/>
              </a:rPr>
              <a:t>2050,  2080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D9F1AF-826C-4F2F-938D-C5ECFA3B8162}"/>
              </a:ext>
            </a:extLst>
          </p:cNvPr>
          <p:cNvSpPr txBox="1"/>
          <p:nvPr/>
        </p:nvSpPr>
        <p:spPr>
          <a:xfrm>
            <a:off x="5596974" y="804020"/>
            <a:ext cx="1234844" cy="133423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600" dirty="0">
                <a:latin typeface="Times New Roman"/>
                <a:cs typeface="Times New Roman"/>
              </a:rPr>
              <a:t>Annual Event Probability</a:t>
            </a:r>
          </a:p>
          <a:p>
            <a:pPr algn="ctr"/>
            <a:r>
              <a:rPr lang="en-US" sz="1100" dirty="0">
                <a:latin typeface="Times New Roman"/>
                <a:cs typeface="Times New Roman"/>
              </a:rPr>
              <a:t>0.1%, 0.2%, 0.4%, 1%</a:t>
            </a:r>
            <a:endParaRPr lang="en-US" sz="3200" dirty="0"/>
          </a:p>
        </p:txBody>
      </p:sp>
      <p:cxnSp>
        <p:nvCxnSpPr>
          <p:cNvPr id="46" name="Straight Arrow Connector 21">
            <a:extLst>
              <a:ext uri="{FF2B5EF4-FFF2-40B4-BE49-F238E27FC236}">
                <a16:creationId xmlns:a16="http://schemas.microsoft.com/office/drawing/2014/main" id="{AF1ED3B7-6C40-4417-BA7D-274E8F07031C}"/>
              </a:ext>
            </a:extLst>
          </p:cNvPr>
          <p:cNvCxnSpPr>
            <a:cxnSpLocks/>
          </p:cNvCxnSpPr>
          <p:nvPr/>
        </p:nvCxnSpPr>
        <p:spPr>
          <a:xfrm>
            <a:off x="5080460" y="3860278"/>
            <a:ext cx="0" cy="280054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B784130-643F-E132-F96F-7EFD46B6923B}"/>
              </a:ext>
            </a:extLst>
          </p:cNvPr>
          <p:cNvSpPr txBox="1"/>
          <p:nvPr/>
        </p:nvSpPr>
        <p:spPr>
          <a:xfrm>
            <a:off x="5377055" y="6150678"/>
            <a:ext cx="3003666" cy="57615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Direct Economic Damage (US$)</a:t>
            </a:r>
          </a:p>
        </p:txBody>
      </p:sp>
      <p:cxnSp>
        <p:nvCxnSpPr>
          <p:cNvPr id="4" name="Straight Arrow Connector 21">
            <a:extLst>
              <a:ext uri="{FF2B5EF4-FFF2-40B4-BE49-F238E27FC236}">
                <a16:creationId xmlns:a16="http://schemas.microsoft.com/office/drawing/2014/main" id="{E4FA0961-FA8D-54DE-B68B-7AA77267EAB2}"/>
              </a:ext>
            </a:extLst>
          </p:cNvPr>
          <p:cNvCxnSpPr>
            <a:cxnSpLocks/>
            <a:stCxn id="48" idx="2"/>
            <a:endCxn id="2" idx="0"/>
          </p:cNvCxnSpPr>
          <p:nvPr/>
        </p:nvCxnSpPr>
        <p:spPr>
          <a:xfrm rot="16200000" flipH="1">
            <a:off x="5770223" y="5042013"/>
            <a:ext cx="418902" cy="179842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0DDF6EA-6DB8-76F9-3804-AD552759172A}"/>
              </a:ext>
            </a:extLst>
          </p:cNvPr>
          <p:cNvSpPr txBox="1"/>
          <p:nvPr/>
        </p:nvSpPr>
        <p:spPr>
          <a:xfrm>
            <a:off x="6947" y="577498"/>
            <a:ext cx="1198620" cy="34635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Hazard </a:t>
            </a:r>
          </a:p>
          <a:p>
            <a:pPr algn="ctr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4CAC12-6E73-5159-DB27-74612393CB12}"/>
              </a:ext>
            </a:extLst>
          </p:cNvPr>
          <p:cNvSpPr txBox="1"/>
          <p:nvPr/>
        </p:nvSpPr>
        <p:spPr>
          <a:xfrm>
            <a:off x="7808" y="5159162"/>
            <a:ext cx="1270448" cy="5698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267D51-335F-B540-82E5-F86AD0C68D3C}"/>
              </a:ext>
            </a:extLst>
          </p:cNvPr>
          <p:cNvSpPr txBox="1"/>
          <p:nvPr/>
        </p:nvSpPr>
        <p:spPr>
          <a:xfrm>
            <a:off x="7808" y="6150679"/>
            <a:ext cx="1270448" cy="5698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20C070-D946-637F-B243-4C90860D2146}"/>
              </a:ext>
            </a:extLst>
          </p:cNvPr>
          <p:cNvSpPr txBox="1"/>
          <p:nvPr/>
        </p:nvSpPr>
        <p:spPr>
          <a:xfrm>
            <a:off x="6316447" y="2345339"/>
            <a:ext cx="2318542" cy="135333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Tropical Storm</a:t>
            </a: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latin typeface="Times New Roman"/>
                <a:cs typeface="Times New Roman"/>
              </a:rPr>
              <a:t>Wind speed (ms</a:t>
            </a:r>
            <a:r>
              <a:rPr lang="en-US" sz="1200" dirty="0">
                <a:latin typeface="Times New Roman"/>
                <a:ea typeface="+mn-lt"/>
                <a:cs typeface="+mn-lt"/>
              </a:rPr>
              <a:t>⁻¹), 5' (~10km) grid.</a:t>
            </a:r>
            <a:endParaRPr lang="en-US" sz="1200" dirty="0">
              <a:latin typeface="Times New Roman"/>
              <a:ea typeface="+mn-lt"/>
              <a:cs typeface="Times New Roman"/>
            </a:endParaRPr>
          </a:p>
          <a:p>
            <a:pPr algn="ctr"/>
            <a:endParaRPr lang="en-US" sz="1200" dirty="0">
              <a:latin typeface="Times New Roman"/>
              <a:ea typeface="Calibri"/>
              <a:cs typeface="Calibri"/>
            </a:endParaRPr>
          </a:p>
          <a:p>
            <a:pPr algn="ctr"/>
            <a:r>
              <a:rPr lang="en-US" sz="1200" dirty="0">
                <a:latin typeface="Times New Roman"/>
                <a:ea typeface="Calibri"/>
                <a:cs typeface="Calibri"/>
              </a:rPr>
              <a:t>Bloemendaal (2020) STORM.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DC221D-48F5-8955-ABAC-A2FE17B70995}"/>
              </a:ext>
            </a:extLst>
          </p:cNvPr>
          <p:cNvSpPr txBox="1"/>
          <p:nvPr/>
        </p:nvSpPr>
        <p:spPr>
          <a:xfrm>
            <a:off x="6884007" y="810600"/>
            <a:ext cx="1978053" cy="13276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sz="1600">
                <a:latin typeface="Times New Roman"/>
                <a:cs typeface="Times New Roman"/>
              </a:rPr>
              <a:t>Tropical Cyclone </a:t>
            </a:r>
            <a:r>
              <a:rPr lang="en-NZ" sz="1600" dirty="0">
                <a:latin typeface="Times New Roman"/>
                <a:cs typeface="Times New Roman"/>
              </a:rPr>
              <a:t>Climate Models          </a:t>
            </a:r>
            <a:r>
              <a:rPr lang="en-GB" sz="1100" dirty="0">
                <a:latin typeface="Times New Roman"/>
                <a:cs typeface="Times New Roman"/>
              </a:rPr>
              <a:t>CMCC-CM2-VHR4, CNRM-CM6-1-HR, EC-Earth3P-HR, HadGEM3-GC31-HM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cxnSp>
        <p:nvCxnSpPr>
          <p:cNvPr id="19" name="Straight Arrow Connector 21">
            <a:extLst>
              <a:ext uri="{FF2B5EF4-FFF2-40B4-BE49-F238E27FC236}">
                <a16:creationId xmlns:a16="http://schemas.microsoft.com/office/drawing/2014/main" id="{89D41E84-20CE-77D4-8B76-8C493C895E81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942545" y="2147594"/>
            <a:ext cx="0" cy="217668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21">
            <a:extLst>
              <a:ext uri="{FF2B5EF4-FFF2-40B4-BE49-F238E27FC236}">
                <a16:creationId xmlns:a16="http://schemas.microsoft.com/office/drawing/2014/main" id="{C018C35B-8AE4-4989-A790-0D39006143E3}"/>
              </a:ext>
            </a:extLst>
          </p:cNvPr>
          <p:cNvCxnSpPr>
            <a:cxnSpLocks/>
            <a:stCxn id="31" idx="2"/>
            <a:endCxn id="48" idx="0"/>
          </p:cNvCxnSpPr>
          <p:nvPr/>
        </p:nvCxnSpPr>
        <p:spPr>
          <a:xfrm>
            <a:off x="5080461" y="4790027"/>
            <a:ext cx="0" cy="371904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7E7154F-3AE5-49D2-BBA4-E6D1C4E52C44}"/>
              </a:ext>
            </a:extLst>
          </p:cNvPr>
          <p:cNvSpPr txBox="1"/>
          <p:nvPr/>
        </p:nvSpPr>
        <p:spPr>
          <a:xfrm>
            <a:off x="1554969" y="5161930"/>
            <a:ext cx="2141066" cy="56984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Flooding Depth-Damage Curves</a:t>
            </a:r>
          </a:p>
        </p:txBody>
      </p:sp>
      <p:cxnSp>
        <p:nvCxnSpPr>
          <p:cNvPr id="58" name="Straight Arrow Connector 21">
            <a:extLst>
              <a:ext uri="{FF2B5EF4-FFF2-40B4-BE49-F238E27FC236}">
                <a16:creationId xmlns:a16="http://schemas.microsoft.com/office/drawing/2014/main" id="{661FAB8B-F8F5-4022-8DEB-31DE9BB83C99}"/>
              </a:ext>
            </a:extLst>
          </p:cNvPr>
          <p:cNvCxnSpPr>
            <a:cxnSpLocks/>
            <a:stCxn id="50" idx="3"/>
            <a:endCxn id="48" idx="1"/>
          </p:cNvCxnSpPr>
          <p:nvPr/>
        </p:nvCxnSpPr>
        <p:spPr>
          <a:xfrm>
            <a:off x="3696035" y="5446852"/>
            <a:ext cx="287329" cy="2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BAD894D-9B58-4F4A-AC1E-F0546AF23BD7}"/>
              </a:ext>
            </a:extLst>
          </p:cNvPr>
          <p:cNvSpPr txBox="1"/>
          <p:nvPr/>
        </p:nvSpPr>
        <p:spPr>
          <a:xfrm>
            <a:off x="7808" y="4103461"/>
            <a:ext cx="1327860" cy="64969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Infrastructure Asset Data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D956F16-C613-425C-AAC8-B9DD3302A948}"/>
              </a:ext>
            </a:extLst>
          </p:cNvPr>
          <p:cNvSpPr txBox="1"/>
          <p:nvPr/>
        </p:nvSpPr>
        <p:spPr>
          <a:xfrm>
            <a:off x="3767082" y="4503357"/>
            <a:ext cx="804918" cy="22010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2G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7BA32FB-20BC-4699-873F-5F641A949FD9}"/>
              </a:ext>
            </a:extLst>
          </p:cNvPr>
          <p:cNvSpPr txBox="1"/>
          <p:nvPr/>
        </p:nvSpPr>
        <p:spPr>
          <a:xfrm>
            <a:off x="4680297" y="4503357"/>
            <a:ext cx="804918" cy="22010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F1AF125-7F2C-43CF-AF4E-A62846FADDF7}"/>
              </a:ext>
            </a:extLst>
          </p:cNvPr>
          <p:cNvSpPr txBox="1"/>
          <p:nvPr/>
        </p:nvSpPr>
        <p:spPr>
          <a:xfrm>
            <a:off x="5593512" y="4503357"/>
            <a:ext cx="804918" cy="22010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4G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939C6E9-C177-4C02-A259-CC25FBAE303F}"/>
              </a:ext>
            </a:extLst>
          </p:cNvPr>
          <p:cNvSpPr txBox="1"/>
          <p:nvPr/>
        </p:nvSpPr>
        <p:spPr>
          <a:xfrm>
            <a:off x="1335668" y="810600"/>
            <a:ext cx="1973818" cy="1329043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NZ" sz="1600" dirty="0">
                <a:latin typeface="Times New Roman"/>
                <a:cs typeface="Times New Roman"/>
              </a:rPr>
              <a:t>Flood Hazard Climate Models</a:t>
            </a:r>
          </a:p>
          <a:p>
            <a:pPr algn="ctr">
              <a:spcAft>
                <a:spcPts val="600"/>
              </a:spcAft>
            </a:pPr>
            <a:r>
              <a:rPr lang="en-GB" sz="1050" dirty="0">
                <a:latin typeface="Times New Roman"/>
                <a:cs typeface="Times New Roman"/>
              </a:rPr>
              <a:t>NorESM1-M, HadGEM2-ES, MIROC-ESM-CHEM, GFDL-ESM2M, IPSL-CM5A-LR</a:t>
            </a:r>
            <a:endParaRPr lang="en-US" sz="105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9766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1747</TotalTime>
  <Words>170</Words>
  <Application>Microsoft Office PowerPoint</Application>
  <PresentationFormat>On-screen Show (4:3)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Anonymous</dc:creator>
  <cp:lastModifiedBy>Edward John Oughton</cp:lastModifiedBy>
  <cp:revision>204</cp:revision>
  <dcterms:created xsi:type="dcterms:W3CDTF">2022-02-10T03:38:24Z</dcterms:created>
  <dcterms:modified xsi:type="dcterms:W3CDTF">2026-08-15T16:12:04Z</dcterms:modified>
</cp:coreProperties>
</file>